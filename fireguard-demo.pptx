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84D"/>
                </a:solidFill>
              </a:rPr>
              <a:t>WILLIAMS LAKE, BC  ·  JULY 21,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5:45 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A tree hits a power line.
Rank 4 fire in under an hour.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B0C4"/>
                </a:solidFill>
              </a:rPr>
              <a:t>440 properties evacuated  ·  3,000 on alert  ·  40 minutes to get a situational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035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FireGuard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84D"/>
                </a:solidFill>
              </a:rPr>
              <a:t>THE COORDINATION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Today, a complete situational picture
takes 40–45 minutes to assemble.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0C4"/>
                </a:solidFill>
              </a:rPr>
              <a:t>Identify affected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1089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8098"/>
                </a:solidFill>
              </a:rPr>
              <a:t>GIS analyst queries a separate provincial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0C4"/>
                </a:solidFill>
              </a:rPr>
              <a:t>Check shelter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50215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8098"/>
                </a:solidFill>
              </a:rPr>
              <a:t>Phone calls to ESS facility coordinators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953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0C4"/>
                </a:solidFill>
              </a:rPr>
              <a:t>Find open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89534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8098"/>
                </a:solidFill>
              </a:rPr>
              <a:t>Manual DriveBC check, cross-reference road 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0C4"/>
                </a:solidFill>
              </a:rPr>
              <a:t>Interpret satellite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28853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8098"/>
                </a:solidFill>
              </a:rPr>
              <a:t>FIRMS requires GIS expertise to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8172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B0C4"/>
                </a:solidFill>
              </a:rPr>
              <a:t>Update field crew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68172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8098"/>
                </a:solidFill>
              </a:rPr>
              <a:t>Separate workflow on a different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5484D"/>
                </a:solidFill>
              </a:rPr>
              <a:t>The fire doesn't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FIREGUARD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Satellite hotspot detected.
60 seconds to a complete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NASA FIRMS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3832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C4"/>
                </a:solidFill>
              </a:rPr>
              <a:t>Hotspot streamed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7947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C4"/>
                </a:solidFill>
              </a:rPr>
              <a:t>FastAPI ingests, seeds Elasticsearch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Elasticsearch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C4"/>
                </a:solidFill>
              </a:rPr>
              <a:t>Zones · shelters · roads queried in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6177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C4"/>
                </a:solidFill>
              </a:rPr>
              <a:t>Agent reasons, evaluates routes, runs what-ifs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Mapbox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292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B0C4"/>
                </a:solidFill>
              </a:rPr>
              <a:t>Brief + annotated map delivered to operator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C05"/>
                </a:solidFill>
              </a:rPr>
              <a:t>ELASTIC TRACK  ·  MCP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Elasticsearch MCP
is the evidence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fireguard_search_zones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566160"/>
            <a:ext cx="6858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geo_distance query on evacuation zone centroids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41064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fireguard_search_shelters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941064"/>
            <a:ext cx="6858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geo_distance query on ESS facility 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fireguard_search_road_events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315968"/>
            <a:ext cx="6858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geo_shape intersection on road event polygons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2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fireguard_evaluate_route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690872"/>
            <a:ext cx="6858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route checked against indexed fire + road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65776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fireguard_search_events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065776"/>
            <a:ext cx="6858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FIRMS hotspot search by location, radius, and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08098"/>
                </a:solidFill>
              </a:rPr>
              <a:t>Every agent decision is grounded in a real Elasticsearch query. No hallucination.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40 min → 60 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0C4"/>
                </a:solidFill>
              </a:rPr>
              <a:t>time to situational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3,440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0C4"/>
                </a:solidFill>
              </a:rPr>
              <a:t>properties at risk, real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$621M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0C4"/>
                </a:solidFill>
              </a:rPr>
              <a:t>BC wildfire suppression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4630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8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0C4"/>
                </a:solidFill>
              </a:rPr>
              <a:t>parallel Elasticsearch MCP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Real event. Real satellite data.
Real Elasticsearch MCP queries.
Real evacuation brief in under a minute.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B0C4"/>
                </a:solidFill>
              </a:rPr>
              <a:t>github.com/youneslaaroussi/fireguard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8"/>
                </a:solidFill>
              </a:rPr>
              <a:t>FireGuard  ·  Google Cloud Rapid Agent Hackathon  ·  Elastic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