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c198e148994836" /><Relationship Type="http://schemas.openxmlformats.org/officeDocument/2006/relationships/extended-properties" Target="/docProps/app.xml" Id="Rb41d5d115e5b44f4" /><Relationship Type="http://schemas.openxmlformats.org/officeDocument/2006/relationships/officeDocument" Target="/ppt/presentation.xml" Id="Ree29c5d5740b46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cf1267a9f6427c"/>
  </p:sldMasterIdLst>
  <p:notesMasterIdLst>
    <p:notesMasterId xmlns:r="http://schemas.openxmlformats.org/officeDocument/2006/relationships" r:id="R21034e993e1c4d9a"/>
  </p:notesMasterIdLst>
  <p:sldIdLst>
    <p:sldId xmlns:r="http://schemas.openxmlformats.org/officeDocument/2006/relationships" id="256" r:id="R6c6037c68c1148e0"/>
    <p:sldId xmlns:r="http://schemas.openxmlformats.org/officeDocument/2006/relationships" id="257" r:id="R30387ac39b804ff6"/>
    <p:sldId xmlns:r="http://schemas.openxmlformats.org/officeDocument/2006/relationships" id="258" r:id="R1f5e2289d0dd486d"/>
    <p:sldId xmlns:r="http://schemas.openxmlformats.org/officeDocument/2006/relationships" id="259" r:id="R5d54da95649c4bc9"/>
    <p:sldId xmlns:r="http://schemas.openxmlformats.org/officeDocument/2006/relationships" id="260" r:id="R02190e650f674ecb"/>
    <p:sldId xmlns:r="http://schemas.openxmlformats.org/officeDocument/2006/relationships" id="261" r:id="R6fe699011d2447f5"/>
    <p:sldId xmlns:r="http://schemas.openxmlformats.org/officeDocument/2006/relationships" id="262" r:id="R7c72f0dd313a46d4"/>
    <p:sldId xmlns:r="http://schemas.openxmlformats.org/officeDocument/2006/relationships" id="263" r:id="Rdd2a0e58136d43c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f1267a9f6427c" /><Relationship Type="http://schemas.openxmlformats.org/officeDocument/2006/relationships/theme" Target="/ppt/theme/theme1.xml" Id="R8462bf17adf14282" /><Relationship Type="http://schemas.openxmlformats.org/officeDocument/2006/relationships/notesMaster" Target="/ppt/notesMasters/notesMaster1.xml" Id="R21034e993e1c4d9a" /><Relationship Type="http://schemas.openxmlformats.org/officeDocument/2006/relationships/presProps" Target="/ppt/presProps.xml" Id="R10890e59934a4b58" /><Relationship Type="http://schemas.openxmlformats.org/officeDocument/2006/relationships/viewProps" Target="/ppt/viewProps.xml" Id="Re4f3ea3496f6484e" /><Relationship Type="http://schemas.openxmlformats.org/officeDocument/2006/relationships/tableStyles" Target="/ppt/tableStyles.xml" Id="R77f7130885414f0a" /><Relationship Type="http://schemas.openxmlformats.org/officeDocument/2006/relationships/slide" Target="/ppt/slides/slide1.xml" Id="R6c6037c68c1148e0" /><Relationship Type="http://schemas.openxmlformats.org/officeDocument/2006/relationships/slide" Target="/ppt/slides/slide2.xml" Id="R30387ac39b804ff6" /><Relationship Type="http://schemas.openxmlformats.org/officeDocument/2006/relationships/slide" Target="/ppt/slides/slide3.xml" Id="R1f5e2289d0dd486d" /><Relationship Type="http://schemas.openxmlformats.org/officeDocument/2006/relationships/slide" Target="/ppt/slides/slide4.xml" Id="R5d54da95649c4bc9" /><Relationship Type="http://schemas.openxmlformats.org/officeDocument/2006/relationships/slide" Target="/ppt/slides/slide5.xml" Id="R02190e650f674ecb" /><Relationship Type="http://schemas.openxmlformats.org/officeDocument/2006/relationships/slide" Target="/ppt/slides/slide6.xml" Id="R6fe699011d2447f5" /><Relationship Type="http://schemas.openxmlformats.org/officeDocument/2006/relationships/slide" Target="/ppt/slides/slide7.xml" Id="R7c72f0dd313a46d4" /><Relationship Type="http://schemas.openxmlformats.org/officeDocument/2006/relationships/slide" Target="/ppt/slides/slide8.xml" Id="Rdd2a0e58136d43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1d516dfbe1f43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d178841d354239" /><Relationship Type="http://schemas.openxmlformats.org/officeDocument/2006/relationships/notesMaster" Target="/ppt/notesMasters/notesMaster1.xml" Id="R5c67bd7cafc64e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1f2aadea664006" /><Relationship Type="http://schemas.openxmlformats.org/officeDocument/2006/relationships/notesMaster" Target="/ppt/notesMasters/notesMaster1.xml" Id="R2a85aecd4ddf48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b7ff07354f4d7d" /><Relationship Type="http://schemas.openxmlformats.org/officeDocument/2006/relationships/notesMaster" Target="/ppt/notesMasters/notesMaster1.xml" Id="R2c7eced1cb0b42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b426684381436f" /><Relationship Type="http://schemas.openxmlformats.org/officeDocument/2006/relationships/notesMaster" Target="/ppt/notesMasters/notesMaster1.xml" Id="R521ab5679fd446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ce238308884561" /><Relationship Type="http://schemas.openxmlformats.org/officeDocument/2006/relationships/notesMaster" Target="/ppt/notesMasters/notesMaster1.xml" Id="R9f3f3c0201df4b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95179353dc416e" /><Relationship Type="http://schemas.openxmlformats.org/officeDocument/2006/relationships/notesMaster" Target="/ppt/notesMasters/notesMaster1.xml" Id="R1dd02814ed2d43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329fc5e5fe4d6c" /><Relationship Type="http://schemas.openxmlformats.org/officeDocument/2006/relationships/notesMaster" Target="/ppt/notesMasters/notesMaster1.xml" Id="R69e5a691338f4c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bfd09d3a8149ac" /><Relationship Type="http://schemas.openxmlformats.org/officeDocument/2006/relationships/notesMaster" Target="/ppt/notesMasters/notesMaster1.xml" Id="Ra2df1a4c9f0447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00989f9e6e460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b6c85088bba4ad9" /><Relationship Type="http://schemas.openxmlformats.org/officeDocument/2006/relationships/slideLayout" Target="/ppt/slideLayouts/slideLayout2.xml" Id="R43874ebfa0de4e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874ebfa0de4e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6baac2ad9f4b82" /><Relationship Type="http://schemas.openxmlformats.org/officeDocument/2006/relationships/image" Target="/ppt/media/image.png" Id="Re1cdeef9276a41ca" /><Relationship Type="http://schemas.openxmlformats.org/officeDocument/2006/relationships/notesSlide" Target="/ppt/notesSlides/notesSlide1.xml" Id="R42d3a0a6f2f746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1851fbcc1d49c3" /><Relationship Type="http://schemas.openxmlformats.org/officeDocument/2006/relationships/image" Target="/ppt/media/image2.png" Id="Rfb13a79e26ea48bc" /><Relationship Type="http://schemas.openxmlformats.org/officeDocument/2006/relationships/notesSlide" Target="/ppt/notesSlides/notesSlide2.xml" Id="R41316773b6a144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acb8c9ab4042a5" /><Relationship Type="http://schemas.openxmlformats.org/officeDocument/2006/relationships/image" Target="/ppt/media/image3.png" Id="R4d4395fe28274199" /><Relationship Type="http://schemas.openxmlformats.org/officeDocument/2006/relationships/notesSlide" Target="/ppt/notesSlides/notesSlide3.xml" Id="Re1eb40b8d9834e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551124e73c44c0" /><Relationship Type="http://schemas.openxmlformats.org/officeDocument/2006/relationships/image" Target="/ppt/media/image4.png" Id="Rd8bd2a5f7759426b" /><Relationship Type="http://schemas.openxmlformats.org/officeDocument/2006/relationships/notesSlide" Target="/ppt/notesSlides/notesSlide4.xml" Id="Rec715289797d4e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97710f602c430a" /><Relationship Type="http://schemas.openxmlformats.org/officeDocument/2006/relationships/image" Target="/ppt/media/image5.png" Id="R00fd03d4909e4812" /><Relationship Type="http://schemas.openxmlformats.org/officeDocument/2006/relationships/notesSlide" Target="/ppt/notesSlides/notesSlide5.xml" Id="Ra14114b17c4a40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896b32edeb4088" /><Relationship Type="http://schemas.openxmlformats.org/officeDocument/2006/relationships/image" Target="/ppt/media/image6.png" Id="R04ed0c7605454bd9" /><Relationship Type="http://schemas.openxmlformats.org/officeDocument/2006/relationships/notesSlide" Target="/ppt/notesSlides/notesSlide6.xml" Id="Ree1f8ff1b1a144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50cf31ede64262" /><Relationship Type="http://schemas.openxmlformats.org/officeDocument/2006/relationships/image" Target="/ppt/media/image7.png" Id="R638bf3b504194146" /><Relationship Type="http://schemas.openxmlformats.org/officeDocument/2006/relationships/notesSlide" Target="/ppt/notesSlides/notesSlide7.xml" Id="Re77b43f9b76a4d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07a3480f8b4878" /><Relationship Type="http://schemas.openxmlformats.org/officeDocument/2006/relationships/image" Target="/ppt/media/image8.png" Id="Rb0412f80f9784ce7" /><Relationship Type="http://schemas.openxmlformats.org/officeDocument/2006/relationships/notesSlide" Target="/ppt/notesSlides/notesSlide8.xml" Id="R5ef751689e8f407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deef9276a41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99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3a79e26ea48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7958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395fe282741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0413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d2a5f775942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3505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d03d4909e48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5402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d0c7605454bd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15775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bf3b5041941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5261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12f80f9784c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779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2026-05-10T18:51:29.2090000Z</dcterms:created>
  <dcterms:modified xsi:type="dcterms:W3CDTF">2026-05-10T18:51:29.2090000Z</dcterms:modified>
</coreProperties>
</file>